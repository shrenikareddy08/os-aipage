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&amp; SYSTEMS PROGRAMMING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AIPage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Page Prediction and Virtual Memory Management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697480"/>
            <a:ext cx="10972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virtual-memory system that learns page-access patterns and predicts future page requirements to reduce unnecessary page faults.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514600" cy="2971800"/>
          </a:xfrm>
          <a:prstGeom prst="roundRect">
            <a:avLst>
              <a:gd name="adj" fmla="val 2182"/>
            </a:avLst>
          </a:prstGeom>
          <a:solidFill>
            <a:srgbClr val="18204A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005840"/>
            <a:ext cx="64008" cy="2971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207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627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Shrenika Reddy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2510030022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21762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Aswani Gayatri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4140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2510030421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724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Pavan Reddy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9626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2510030393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3273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Abdul Aiyaan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511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2510030309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 ·  PREDICT  ·  MANAGE PROACTIVELY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ABSTRACT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memory behaviour, not reacting to 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64008" cy="3017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617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buSzPct val="100000"/>
              <a:buChar char="▪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RAM and frequent page faults slow memory access and hurt performance.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▪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and LRU are reactive: fixed rules, no anticipation of future pages.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▪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AIPage learns access history and predicts the pages needed next.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▪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guide replacement so useful pages stay resident.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788920" cy="1737360"/>
          </a:xfrm>
          <a:prstGeom prst="roundRect">
            <a:avLst>
              <a:gd name="adj" fmla="val 3158"/>
            </a:avLst>
          </a:prstGeom>
          <a:solidFill>
            <a:srgbClr val="21295C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1417320"/>
            <a:ext cx="64008" cy="1737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1938528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the next required page accurately enough to reduce page faults and improve memory efficiency?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0" y="3310128"/>
            <a:ext cx="2788920" cy="112471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3310128"/>
            <a:ext cx="64008" cy="11247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3438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373075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past accesses  →  predict future pages  →  manage memory proactively.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 STATEMENT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replacement wastes time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decide which page to evict only after a fault has occurred, and the fixed policy cannot adapt to the workload it is serving.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148840"/>
            <a:ext cx="64008" cy="2194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3774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8952" y="2999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Faults are costly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" y="340156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 forces a backing-store access and stalls the process.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91840" y="214884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2148840"/>
            <a:ext cx="64008" cy="2194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3547872" y="23774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354787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47872" y="2999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Policies are fixed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47872" y="340156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for every workload, ignoring repeating access structure.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214884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2148840"/>
            <a:ext cx="64008" cy="2194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36792" y="23774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633679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36792" y="2999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anticipation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36792" y="340156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estimates which page will be referenced next.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higher fault counts, lower hit ratio, and unpredictable performance under memory pressure.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PROPOSED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prediction layer over virtual memory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38528" cy="21031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64008" cy="2103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276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D3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20665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REQUESTS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56032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page-reference sequence during execution.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78608" y="1463040"/>
            <a:ext cx="1938528" cy="21031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78608" y="1463040"/>
            <a:ext cx="64008" cy="2103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779776" y="16276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D3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779776" y="20665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79776" y="256032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recurring patterns from the request history.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07408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00016" y="1463040"/>
            <a:ext cx="1938528" cy="21031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0016" y="1463040"/>
            <a:ext cx="64008" cy="2103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901184" y="16276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D3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901184" y="20665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PREDICTION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01184" y="256032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page most likely referenced next.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28816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21424" y="1463040"/>
            <a:ext cx="1938528" cy="21031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21424" y="1463040"/>
            <a:ext cx="64008" cy="2103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022592" y="16276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D3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22592" y="20665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DECISION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22592" y="256032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predicted pages resident in frames.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8211312" cy="868680"/>
          </a:xfrm>
          <a:prstGeom prst="roundRect">
            <a:avLst>
              <a:gd name="adj" fmla="val 6316"/>
            </a:avLst>
          </a:prstGeom>
          <a:solidFill>
            <a:srgbClr val="21295C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49040"/>
            <a:ext cx="64008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 1 → 2 → 3 → 1 → 2 → …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80560" y="3858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 page 3 next → keep it resident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41879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and LRU run on the same workload for a controlled comparison.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EXISTING VS AIPAGE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versus predictive management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776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64008" cy="2788920"/>
          </a:xfrm>
          <a:prstGeom prst="rect">
            <a:avLst/>
          </a:prstGeom>
          <a:solidFill>
            <a:srgbClr val="5A6B8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 (FIFO / LRU)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page replacement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Reactive: acts after a fault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policy for every workload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estimate of future pages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faults on structured patterns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77640" cy="2788920"/>
          </a:xfrm>
          <a:prstGeom prst="roundRect">
            <a:avLst>
              <a:gd name="adj" fmla="val 1967"/>
            </a:avLst>
          </a:prstGeom>
          <a:solidFill>
            <a:srgbClr val="21295C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17320"/>
            <a:ext cx="64008" cy="2788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page prediction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by design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the access history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likely future pages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cut faults and adapt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389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 ACCESS → PAGE FAULT → REPLACE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4389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AIPage:  LEARN → PREDICT → MANAGE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ADVANTAGES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predictive approach buys us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64008" cy="1325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2763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Proactive, not reactive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are prepared before the fault happens instead of after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63040"/>
            <a:ext cx="64008" cy="1325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2763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faults, higher hit ratio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202996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predicted pages resident targets a measurable drop in misses.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9718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971800"/>
            <a:ext cx="64008" cy="1325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3639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Adapts over time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353872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follows changing access behaviour rather than one fixed rule.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71800"/>
            <a:ext cx="64008" cy="1325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3639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Measurable and reproducible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937760" y="353872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Faults, hit ratio, accuracy and time are compared on identical workloads.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 lower page faults  +  higher hit ratio  +  low prediction overhead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DISADVANTAGES &amp; LIMITS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an AI-assisted policy pays a price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0292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64008" cy="89611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7276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overhead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88366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model on every request adds CPU time to the memory path.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50292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87168"/>
            <a:ext cx="64008" cy="89611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9689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dependency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90779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entirely on the quality and length of the access history.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11296"/>
            <a:ext cx="50292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511296"/>
            <a:ext cx="64008" cy="89611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21024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workloads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9319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or purely random access patterns leave nothing to learn.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60720" y="1463040"/>
            <a:ext cx="2880360" cy="3072384"/>
          </a:xfrm>
          <a:prstGeom prst="roundRect">
            <a:avLst>
              <a:gd name="adj" fmla="val 1905"/>
            </a:avLst>
          </a:prstGeom>
          <a:solidFill>
            <a:srgbClr val="21295C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463040"/>
            <a:ext cx="64008" cy="30723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MITIGATE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20116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▪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predictor lightweight</a:t>
            </a:r>
            <a:endParaRPr lang="en-US" sz="1250" dirty="0"/>
          </a:p>
          <a:p>
            <a:pPr marL="342900" indent="-342900">
              <a:lnSpc>
                <a:spcPts val="2000"/>
              </a:lnSpc>
              <a:buSzPct val="100000"/>
              <a:buChar char="▪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prediction time apart</a:t>
            </a:r>
            <a:endParaRPr lang="en-US" sz="1250" dirty="0"/>
          </a:p>
          <a:p>
            <a:pPr marL="342900" indent="-342900">
              <a:lnSpc>
                <a:spcPts val="2000"/>
              </a:lnSpc>
              <a:buSzPct val="100000"/>
              <a:buChar char="▪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LRU on low confidence</a:t>
            </a:r>
            <a:endParaRPr lang="en-US" sz="1250" dirty="0"/>
          </a:p>
          <a:p>
            <a:pPr marL="342900" indent="-342900">
              <a:lnSpc>
                <a:spcPts val="2000"/>
              </a:lnSpc>
              <a:buSzPct val="100000"/>
              <a:buChar char="▪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mixed and random traces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TECHNOLOGIES &amp; CONCEPTS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implementation stack, layer by layer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64008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60020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58191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Programming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02082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Virtual-memory simulation and page-replacement algorithms.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417320"/>
            <a:ext cx="64008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3502152" y="160020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904488" y="158191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02152" y="202082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execution environment for systems programming.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417320"/>
            <a:ext cx="64008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6291072" y="16002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158191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Memory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91072" y="202082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frames, resident sets and page-fault handling.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71800"/>
            <a:ext cx="64008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1546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1115568" y="31363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FIFO &amp; LRU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" y="357530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replacement policies used as baselines.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29718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2971800"/>
            <a:ext cx="64008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3502152" y="315468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3904488" y="31363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/ ML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502152" y="357530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 that predicts the next page reference.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29718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2971800"/>
            <a:ext cx="64008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6291072" y="315468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693408" y="31363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Analysis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91072" y="357530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Faults, hit ratio, accuracy and execution time.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8211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Linux  ·  Python + ML  ·  FIFO / LRU baselines  ·  Performance metrics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virtual memory is worth measuring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3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AIPage builds a controlled systems-programming prototype that compares a predictive policy against FIFO and LRU on the same page-reference stream, and reports where prediction helps and where its overhead outweighs the gain.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18204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reactive replacement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356616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18204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predict the next page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356616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18204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566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faults, hit ratio, 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AIPage  ·  AI-Assisted Page Prediction and Virtual Memory Management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2026-08-12T07:52:35Z</dcterms:created>
  <dcterms:modified xsi:type="dcterms:W3CDTF">2026-08-12T07:52:35Z</dcterms:modified>
</cp:coreProperties>
</file>